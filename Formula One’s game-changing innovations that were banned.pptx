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1FC9B-45A3-65CD-A75C-D859C82A64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1257A5-4C82-1489-F369-3F19EC5659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60403-8733-B3F3-BE7A-C15A78A84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D251C-0A34-4E5D-AD57-189E5DA8C67C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E97EE-07A8-0B0B-4217-F5D2233F7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39B109-2BE2-EA54-6342-728437BC3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663B9-A9AB-46FA-8431-AB403CB162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1446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5224B-A90F-9440-179C-35C045BF7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BA305-E0F2-9EC0-CA15-A4C12877BB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526ADE-E534-3487-6DFD-A82EB27F3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D251C-0A34-4E5D-AD57-189E5DA8C67C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DCC003-1337-9483-18E4-A2A8EFC56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CE9DB5-6E1A-C2A3-F03E-BCC5B098D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663B9-A9AB-46FA-8431-AB403CB162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592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998D1-8E3C-F24D-3BA4-C15DB5A89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5594B7-D12E-8D19-833C-7CE5B113D6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7B1141-31E7-0D2C-2AD1-848C5BF97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D251C-0A34-4E5D-AD57-189E5DA8C67C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F1D4A-31F1-8B67-D5F8-57296BD46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749B1C-5C97-B626-B10A-5D606138F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663B9-A9AB-46FA-8431-AB403CB162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5390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1C461-39C0-8883-CADD-E4691AC01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FEA95-3D37-6F6B-403F-5EABFAEC09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B5EB16-E349-257C-7086-55DDE18F80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1229C2-AC5E-167B-37E4-C44F1EBEF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D251C-0A34-4E5D-AD57-189E5DA8C67C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63C59A-8FF7-EC4F-4938-6BF781534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7C8081-8E48-4833-92E9-8F669DA38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663B9-A9AB-46FA-8431-AB403CB162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3192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149EF-2F15-3D66-B602-C08864E81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B0D250-AF9B-86F5-7F62-2F82E5EDCC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D15C6A-8451-0924-42FC-4FEB04D61A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641D5C-BD7B-B3EA-4F51-A3339C4C87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E548CC-CB2C-3236-3E3C-85370AE303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0A128F-A09C-90B5-6916-9CA39BF9C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D251C-0A34-4E5D-AD57-189E5DA8C67C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7AF3A3-3D76-C689-3755-CA52949D7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08761E-5CC7-2EFA-8FCB-6D8AF85FE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663B9-A9AB-46FA-8431-AB403CB162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529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24F07-A9F3-4B93-059E-6328DF9A9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0A3053-C5AF-B695-1AA1-6D3A4E0FA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D251C-0A34-4E5D-AD57-189E5DA8C67C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296C86-AE70-A447-6C64-F7C6653FF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2C5C12-AA1B-4D3B-0BD4-475D39198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663B9-A9AB-46FA-8431-AB403CB162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5715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B6C747-2A0D-135D-CA25-A172DA1D8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D251C-0A34-4E5D-AD57-189E5DA8C67C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E25C04-ABFC-1655-56FF-AEA553560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5F66DE-D05C-0ECD-7A74-4003E2E93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663B9-A9AB-46FA-8431-AB403CB162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1214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C4C52-5779-9331-24DA-A88289FF9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0D875-E6E7-698E-44A7-FB3262619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5108C1-67A0-69C2-B0A1-97D3EBE014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2AFDA1-6816-CCFE-28FE-86D237572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D251C-0A34-4E5D-AD57-189E5DA8C67C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BB1ED3-3520-33B8-49CE-6D2006F56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3C2038-7CFC-4B7E-6D06-0C4B2DB04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663B9-A9AB-46FA-8431-AB403CB162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9753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987F4-9D9D-B3AE-A408-CAEA7328B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D714FD-940C-9178-D3B2-71B08B4362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1C7615-E050-0B32-ED9A-D097595479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CD406B-72C1-CB60-6971-0909383A1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D251C-0A34-4E5D-AD57-189E5DA8C67C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824601-A9F1-8149-C1CB-B51B7E8F0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0F8826-FB7B-4565-A778-92B15BF84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663B9-A9AB-46FA-8431-AB403CB162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6964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3F4AE-3E4C-D987-A5CA-4866C483E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6992C3-6023-67B3-50BB-E77647AE74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04B961-1C9A-32F4-3279-FF0943898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D251C-0A34-4E5D-AD57-189E5DA8C67C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A7F0A-02EA-4E03-9356-063E603B3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6622D0-FC3A-754E-F4CA-BCDE7F54B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663B9-A9AB-46FA-8431-AB403CB162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5450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A56B05-221C-7E39-2F60-EBF278DE6F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BAB5AC-594F-3DCA-E0F3-6F000FD1C3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77A53B-7F18-8F73-2CF5-8FDEB7375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D251C-0A34-4E5D-AD57-189E5DA8C67C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09ACD-B51C-BA29-0694-647EBE730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E3D39-7042-F640-9E4A-E8D8923AA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663B9-A9AB-46FA-8431-AB403CB162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622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3EB4F4-AD65-76A1-8EB7-C2283D40B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D6D3EB-9486-632F-ECAE-A9A87CF97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D34D10-EB5B-4216-8520-9C06BEB1DF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9D251C-0A34-4E5D-AD57-189E5DA8C67C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C6CC1-555C-253A-BF1F-FB292AABD1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3E0845-174C-8743-2298-A3B4EACCFF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6663B9-A9AB-46FA-8431-AB403CB162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017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BEEB4-0ADD-049E-C47D-E85E4031D8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Formula One’s game-changing innovations that were banned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1AF717-4125-C59E-6D5D-84599F492E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By Garv Gautam</a:t>
            </a:r>
          </a:p>
        </p:txBody>
      </p:sp>
    </p:spTree>
    <p:extLst>
      <p:ext uri="{BB962C8B-B14F-4D97-AF65-F5344CB8AC3E}">
        <p14:creationId xmlns:p14="http://schemas.microsoft.com/office/powerpoint/2010/main" val="3237090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10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Formula One’s game-changing innovations that were banned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Gautam, Garv (UG - Sch of Engineering)</dc:creator>
  <cp:lastModifiedBy>Gautam, Garv (UG - Sch of Engineering)</cp:lastModifiedBy>
  <cp:revision>1</cp:revision>
  <dcterms:created xsi:type="dcterms:W3CDTF">2025-11-12T11:31:18Z</dcterms:created>
  <dcterms:modified xsi:type="dcterms:W3CDTF">2025-11-12T11:54:27Z</dcterms:modified>
</cp:coreProperties>
</file>